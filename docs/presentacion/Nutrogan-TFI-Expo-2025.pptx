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jpg"/><Relationship Id="rId7" Type="http://schemas.openxmlformats.org/officeDocument/2006/relationships/image" Target="../media/image4.jpg"/><Relationship Id="rId8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nutroga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777240"/>
            <a:ext cx="893826" cy="1051560"/>
          </a:xfrm>
          <a:prstGeom prst="rect">
            <a:avLst/>
          </a:prstGeom>
        </p:spPr>
      </p:pic>
      <p:pic>
        <p:nvPicPr>
          <p:cNvPr id="5" name="Picture 4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65960"/>
            <a:ext cx="1639989" cy="384048"/>
          </a:xfrm>
          <a:prstGeom prst="rect">
            <a:avLst/>
          </a:prstGeom>
        </p:spPr>
      </p:pic>
      <p:pic>
        <p:nvPicPr>
          <p:cNvPr id="6" name="Picture 5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828800"/>
            <a:ext cx="405245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606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9FF14"/>
                </a:solidFill>
                <a:latin typeface="Calibri"/>
              </a:rPr>
              <a:t>EXPO TFI 2025 · UTN FRRE EXTENSIÓN FORMOSA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nutrogan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>Plataforma integral de gestión y rentabilidad ganadera</a:t>
            </a:r>
          </a:p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>Offline-first  ·  GIS  ·  Edge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E5FF"/>
                </a:solidFill>
                <a:latin typeface="Calibri"/>
              </a:rPr>
              <a:t>Duarte  ·  Ascona  ·  Amarilla</a:t>
            </a:r>
          </a:p>
          <a:p>
            <a:pPr algn="ctr"/>
            <a:r>
              <a:rPr sz="1400" b="0">
                <a:solidFill>
                  <a:srgbClr val="00E5FF"/>
                </a:solidFill>
                <a:latin typeface="Calibri"/>
              </a:rPr>
              <a:t>Egresados 2025  ·  Asesoramiento técnico CEDEVA Laguna Yema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3" name="Picture 12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4" name="Picture 13" descr="nutroga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www.nutrogan.site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EQUIPO G.21 · EGRESADOS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Quiénes lo construimos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Tec. Univ. en Programación — UTN FRRE Extensión Formosa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965960"/>
            <a:ext cx="3108960" cy="3931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uar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24028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37947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Tech Lead · Frontend &amp; IA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Fabricio N. Duarte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Legajo 29.154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3108960" cy="3931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con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240280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37947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Backend · Data &amp; Negocio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Enzo A. Ascona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Legajo 29.134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108960" cy="3931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marill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24028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3880" y="37947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DevOps · Infra &amp; QA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Sebastián E. Amarilla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Legajo 29.132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tn-bad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8" name="Picture 17" descr="cedeva-bad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9" name="Picture 18" descr="nutrogan-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Equipo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CONTEXTO · CEDEVA FORMOSA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¿Por qué Nutrogan?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Salir de la gestión a ciegas en el NEA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017520" cy="320040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468880"/>
            <a:ext cx="27980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01  Aislamiento digital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Sin 4G en el potrero, el sistema debe funcionar igual.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3017520" cy="320040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468880"/>
            <a:ext cx="27980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02  Informalidad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Papel y ojo: sin GDPV ni historial confiable.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017520" cy="320040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2468880"/>
            <a:ext cx="27980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03  Fuga de valor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Sin pastura, agua y costos, se erosiona la rentabilidad.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tn-ba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5" name="Picture 14" descr="cedeva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6" name="Picture 15" descr="nutroga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Problemática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PRODUCTO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Panel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Mapa · carga animal · modo campo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828800"/>
            <a:ext cx="8686800" cy="4114800"/>
          </a:xfrm>
          <a:prstGeom prst="roundRect">
            <a:avLst/>
          </a:prstGeom>
          <a:solidFill>
            <a:srgbClr val="0C0E0C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97" y="1901952"/>
            <a:ext cx="6882925" cy="3968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1" name="Picture 10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2" name="Picture 11" descr="nutrogan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INTELIGENCIA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Reportes que deciden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Margen · GDPV · stock ·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828800"/>
            <a:ext cx="8686800" cy="4114800"/>
          </a:xfrm>
          <a:prstGeom prst="roundRect">
            <a:avLst/>
          </a:prstGeom>
          <a:solidFill>
            <a:srgbClr val="0C0E0C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repor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97" y="1901952"/>
            <a:ext cx="6882925" cy="3968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1" name="Picture 10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2" name="Picture 11" descr="nutrogan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Reportes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Recursos del establecimiento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Potreros · Despensa · Agua · NDVI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828800"/>
            <a:ext cx="8686800" cy="4114800"/>
          </a:xfrm>
          <a:prstGeom prst="roundRect">
            <a:avLst/>
          </a:prstGeom>
          <a:solidFill>
            <a:srgbClr val="0C0E0C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recurs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97" y="1901952"/>
            <a:ext cx="6882925" cy="3968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1" name="Picture 10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2" name="Picture 11" descr="nutrogan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Recursos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Alertas al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Semáforo · archivo · envío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828800"/>
            <a:ext cx="8686800" cy="4114800"/>
          </a:xfrm>
          <a:prstGeom prst="roundRect">
            <a:avLst/>
          </a:prstGeom>
          <a:solidFill>
            <a:srgbClr val="0C0E0C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alert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227" y="1901952"/>
            <a:ext cx="5791064" cy="3968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1" name="Picture 10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2" name="Picture 11" descr="nutrogan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Alertas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UX DE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Manos enguantadas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Botones XL · sync · flujos cortos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783080"/>
            <a:ext cx="4846320" cy="4160520"/>
          </a:xfrm>
          <a:prstGeom prst="roundRect">
            <a:avLst/>
          </a:prstGeom>
          <a:solidFill>
            <a:srgbClr val="0C0E0C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camp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2252928"/>
            <a:ext cx="4700016" cy="32208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1" name="Picture 10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2" name="Picture 11" descr="nutrogan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Modo campo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Stack para el potrero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PWA robusta · BaaS seguro · CI/CD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19456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Vue 3 + Quasar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PWA instalable y UI táctica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19456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Pinia + IndexedDB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Estado y cola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01168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219456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Supabase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Postgres · Auth · RLS · Edges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8620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406908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Leaflet + NDVI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GIS y vigor de pastura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88620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06908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TensorFlow.js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Edge AI · condición corporal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886200"/>
            <a:ext cx="3017520" cy="1645920"/>
          </a:xfrm>
          <a:prstGeom prst="roundRect">
            <a:avLst/>
          </a:prstGeom>
          <a:solidFill>
            <a:srgbClr val="14161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406908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Docker + CI/CD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Vitest · Cypress · GitLab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tn-ba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21" name="Picture 20" descr="cedeva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22" name="Picture 21" descr="nutroga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OFFLINE-FIRST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Soberanía operativa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Operario → Cola local → Nube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68880"/>
            <a:ext cx="3017520" cy="292608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651760"/>
            <a:ext cx="27980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1 · Operario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CC, agua, pesos y movimientos sin 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468880"/>
            <a:ext cx="3017520" cy="292608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651760"/>
            <a:ext cx="27980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2 · Cola local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IndexedDB con pendientes visibles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468880"/>
            <a:ext cx="3017520" cy="292608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2651760"/>
            <a:ext cx="27980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3 · Nube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Sync automático a Supabase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tn-ba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5" name="Picture 14" descr="cedeva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6" name="Picture 15" descr="nutroga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Offline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alibri"/>
              </a:rPr>
              <a:t>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Cómo lo llevamos adelante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A3"/>
                </a:solidFill>
                <a:latin typeface="Calibri"/>
              </a:rPr>
              <a:t>Disciplina profesional en un TFI con deploy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3017520" cy="30175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560320"/>
            <a:ext cx="27980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Scrum + Jira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Épicas, backlog y entregas con valor de campo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377440"/>
            <a:ext cx="3017520" cy="30175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560320"/>
            <a:ext cx="27980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GitFlow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main / develop / feature · Conventional Commits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77440"/>
            <a:ext cx="3017520" cy="3017520"/>
          </a:xfrm>
          <a:prstGeom prst="roundRect">
            <a:avLst/>
          </a:prstGeom>
          <a:solidFill>
            <a:srgbClr val="141614"/>
          </a:solidFill>
          <a:ln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2560320"/>
            <a:ext cx="27980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FF14"/>
                </a:solidFill>
                <a:latin typeface="Calibri"/>
              </a:rPr>
              <a:t>QA + DevOps</a:t>
            </a:r>
          </a:p>
          <a:p>
            <a:pPr algn="ctr"/>
            <a:r>
              <a:rPr sz="1200" b="0">
                <a:solidFill>
                  <a:srgbClr val="A8B0A3"/>
                </a:solidFill>
                <a:latin typeface="Calibri"/>
              </a:rPr>
              <a:t>Vitest · Cypress · Docker · pipeline 5 etapas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tn-ba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5" name="Picture 14" descr="cedeva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6" name="Picture 15" descr="nutroga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Metodología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nutroga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097280"/>
            <a:ext cx="816102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Un TFI que corre en el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>Problema del NEA · CEDEVA · ingeniería seria · software en producción</a:t>
            </a:r>
          </a:p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>UTN FRRE Extensión Formosa · Egresados 2025</a:t>
            </a:r>
          </a:p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/>
            </a:r>
          </a:p>
          <a:p>
            <a:pPr algn="ctr"/>
            <a:r>
              <a:rPr sz="1600" b="0">
                <a:solidFill>
                  <a:srgbClr val="A8B0A3"/>
                </a:solidFill>
                <a:latin typeface="Calibri"/>
              </a:rP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9FF14"/>
                </a:solidFill>
                <a:latin typeface="Calibri"/>
              </a:rPr>
              <a:t>MUCHAS GRACIAS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tn-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6391656"/>
            <a:ext cx="1405705" cy="329184"/>
          </a:xfrm>
          <a:prstGeom prst="rect">
            <a:avLst/>
          </a:prstGeom>
        </p:spPr>
      </p:pic>
      <p:pic>
        <p:nvPicPr>
          <p:cNvPr id="10" name="Picture 9" descr="cedeva-bad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309360"/>
            <a:ext cx="318407" cy="502920"/>
          </a:xfrm>
          <a:prstGeom prst="rect">
            <a:avLst/>
          </a:prstGeom>
        </p:spPr>
      </p:pic>
      <p:pic>
        <p:nvPicPr>
          <p:cNvPr id="11" name="Picture 10" descr="nutroga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6355080"/>
            <a:ext cx="34975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6446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